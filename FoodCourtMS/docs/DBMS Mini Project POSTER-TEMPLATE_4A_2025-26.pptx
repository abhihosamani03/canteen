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918400" cy="43891200"/>
  <p:notesSz cx="9239250" cy="11982450"/>
  <p:embeddedFontLst>
    <p:embeddedFont>
      <p:font typeface="Quattrocento" panose="020F0502020204030204" pitchFamily="18" charset="0"/>
      <p:regular r:id="rId5"/>
      <p:bold r:id="rId6"/>
    </p:embeddedFont>
    <p:embeddedFont>
      <p:font typeface="Quattrocento Sans" panose="020B0502050000020003" pitchFamily="34" charset="0"/>
      <p:regular r:id="rId7"/>
    </p:embeddedFont>
  </p:embeddedFontLst>
  <p:custDataLst>
    <p:tags r:id="rId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84" userDrawn="1">
          <p15:clr>
            <a:srgbClr val="A4A3A4"/>
          </p15:clr>
        </p15:guide>
        <p15:guide id="2" pos="100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3654" autoAdjust="0"/>
  </p:normalViewPr>
  <p:slideViewPr>
    <p:cSldViewPr>
      <p:cViewPr varScale="1">
        <p:scale>
          <a:sx n="13" d="100"/>
          <a:sy n="13" d="100"/>
        </p:scale>
        <p:origin x="2530" y="14"/>
      </p:cViewPr>
      <p:guideLst>
        <p:guide orient="horz" pos="14784"/>
        <p:guide pos="100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910" y="78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889000"/>
            <a:ext cx="3408363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8300" y="889000"/>
            <a:ext cx="3408363" cy="4545013"/>
          </a:xfrm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093" y="13635568"/>
            <a:ext cx="27980218" cy="9406467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184" y="24870834"/>
            <a:ext cx="23042032" cy="11218333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1756833"/>
            <a:ext cx="29626982" cy="73152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710" y="10240433"/>
            <a:ext cx="29626982" cy="2896658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28204585"/>
            <a:ext cx="27980218" cy="8716433"/>
          </a:xfrm>
          <a:prstGeom prst="rect">
            <a:avLst/>
          </a:prstGeo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18603384"/>
            <a:ext cx="27980218" cy="9601200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1756833"/>
            <a:ext cx="29626982" cy="73152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709" y="10240433"/>
            <a:ext cx="14762691" cy="2896658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0002" y="10240433"/>
            <a:ext cx="14762693" cy="2896658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1756833"/>
            <a:ext cx="29626982" cy="73152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09" y="9825569"/>
            <a:ext cx="14544675" cy="4093633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709" y="13919202"/>
            <a:ext cx="14544675" cy="25287816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1666" y="9825569"/>
            <a:ext cx="14551027" cy="4093633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1666" y="13919202"/>
            <a:ext cx="14551027" cy="25287816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1756833"/>
            <a:ext cx="29626982" cy="73152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 shadeToTitle="1">
        <a:solidFill>
          <a:srgbClr val="2D3C50">
            <a:alpha val="7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09" y="1748367"/>
            <a:ext cx="10829925" cy="7435851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392" y="1748367"/>
            <a:ext cx="18402300" cy="374586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709" y="9184217"/>
            <a:ext cx="10829925" cy="300228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659" y="30723418"/>
            <a:ext cx="19750618" cy="3627967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659" y="3922185"/>
            <a:ext cx="19750618" cy="263334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659" y="34351385"/>
            <a:ext cx="19750618" cy="5149849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1756833"/>
            <a:ext cx="29626982" cy="73152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710" y="10240433"/>
            <a:ext cx="29626982" cy="28966585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477" y="1756833"/>
            <a:ext cx="7406217" cy="37450185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708" y="1756833"/>
            <a:ext cx="22119168" cy="37450185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w shape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 dirty="0">
                <a:solidFill>
                  <a:srgbClr val="808080"/>
                </a:solidFill>
              </a:rPr>
              <a:t>Template ID: </a:t>
            </a:r>
            <a:r>
              <a:rPr lang="en-US" sz="4560" dirty="0">
                <a:solidFill>
                  <a:srgbClr val="808080"/>
                </a:solidFill>
              </a:rPr>
              <a:t>Department of CSE SCEM</a:t>
            </a:r>
            <a:endParaRPr sz="4560" dirty="0">
              <a:solidFill>
                <a:srgbClr val="80808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2pPr>
      <a:lvl3pPr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3pPr>
      <a:lvl4pPr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4pPr>
      <a:lvl5pPr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5pPr>
      <a:lvl6pPr marL="342900"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6pPr>
      <a:lvl7pPr marL="685800"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7pPr>
      <a:lvl8pPr marL="1028700"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8pPr>
      <a:lvl9pPr marL="1371600" algn="ctr" defTabSz="2306241" rtl="0" eaLnBrk="0" fontAlgn="base" hangingPunct="0">
        <a:spcBef>
          <a:spcPct val="0"/>
        </a:spcBef>
        <a:spcAft>
          <a:spcPct val="0"/>
        </a:spcAft>
        <a:defRPr sz="111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863204" indent="-863204" algn="l" defTabSz="2306241" rtl="0" eaLnBrk="0" fontAlgn="base" hangingPunct="0">
        <a:spcBef>
          <a:spcPct val="20000"/>
        </a:spcBef>
        <a:spcAft>
          <a:spcPct val="0"/>
        </a:spcAft>
        <a:buChar char="•"/>
        <a:defRPr sz="8025">
          <a:solidFill>
            <a:schemeClr val="tx1"/>
          </a:solidFill>
          <a:latin typeface="+mn-lt"/>
          <a:ea typeface="+mn-ea"/>
          <a:cs typeface="+mn-cs"/>
        </a:defRPr>
      </a:lvl1pPr>
      <a:lvl2pPr marL="1872854" indent="-720329" algn="l" defTabSz="2306241" rtl="0" eaLnBrk="0" fontAlgn="base" hangingPunct="0">
        <a:spcBef>
          <a:spcPct val="20000"/>
        </a:spcBef>
        <a:spcAft>
          <a:spcPct val="0"/>
        </a:spcAft>
        <a:buChar char="–"/>
        <a:defRPr sz="7125">
          <a:solidFill>
            <a:schemeClr val="tx1"/>
          </a:solidFill>
          <a:latin typeface="+mn-lt"/>
        </a:defRPr>
      </a:lvl2pPr>
      <a:lvl3pPr marL="2882504" indent="-576263" algn="l" defTabSz="2306241" rtl="0" eaLnBrk="0" fontAlgn="base" hangingPunct="0">
        <a:spcBef>
          <a:spcPct val="20000"/>
        </a:spcBef>
        <a:spcAft>
          <a:spcPct val="0"/>
        </a:spcAft>
        <a:buChar char="•"/>
        <a:defRPr sz="6075">
          <a:solidFill>
            <a:schemeClr val="tx1"/>
          </a:solidFill>
          <a:latin typeface="+mn-lt"/>
        </a:defRPr>
      </a:lvl3pPr>
      <a:lvl4pPr marL="4038600" indent="-579835" algn="l" defTabSz="2306241" rtl="0" eaLnBrk="0" fontAlgn="base" hangingPunct="0">
        <a:spcBef>
          <a:spcPct val="20000"/>
        </a:spcBef>
        <a:spcAft>
          <a:spcPct val="0"/>
        </a:spcAft>
        <a:buChar char="–"/>
        <a:defRPr sz="4875">
          <a:solidFill>
            <a:schemeClr val="tx1"/>
          </a:solidFill>
          <a:latin typeface="+mn-lt"/>
        </a:defRPr>
      </a:lvl4pPr>
      <a:lvl5pPr marL="5191125" indent="-576263" algn="l" defTabSz="2306241" rtl="0" eaLnBrk="0" fontAlgn="base" hangingPunct="0">
        <a:spcBef>
          <a:spcPct val="20000"/>
        </a:spcBef>
        <a:spcAft>
          <a:spcPct val="0"/>
        </a:spcAft>
        <a:buChar char="»"/>
        <a:defRPr sz="4875">
          <a:solidFill>
            <a:schemeClr val="tx1"/>
          </a:solidFill>
          <a:latin typeface="+mn-lt"/>
        </a:defRPr>
      </a:lvl5pPr>
      <a:lvl6pPr marL="5534025" indent="-576263" algn="l" defTabSz="2306241" rtl="0" eaLnBrk="0" fontAlgn="base" hangingPunct="0">
        <a:spcBef>
          <a:spcPct val="20000"/>
        </a:spcBef>
        <a:spcAft>
          <a:spcPct val="0"/>
        </a:spcAft>
        <a:buChar char="»"/>
        <a:defRPr sz="4875">
          <a:solidFill>
            <a:schemeClr val="tx1"/>
          </a:solidFill>
          <a:latin typeface="+mn-lt"/>
        </a:defRPr>
      </a:lvl6pPr>
      <a:lvl7pPr marL="5876925" indent="-576263" algn="l" defTabSz="2306241" rtl="0" eaLnBrk="0" fontAlgn="base" hangingPunct="0">
        <a:spcBef>
          <a:spcPct val="20000"/>
        </a:spcBef>
        <a:spcAft>
          <a:spcPct val="0"/>
        </a:spcAft>
        <a:buChar char="»"/>
        <a:defRPr sz="4875">
          <a:solidFill>
            <a:schemeClr val="tx1"/>
          </a:solidFill>
          <a:latin typeface="+mn-lt"/>
        </a:defRPr>
      </a:lvl7pPr>
      <a:lvl8pPr marL="6219825" indent="-576263" algn="l" defTabSz="2306241" rtl="0" eaLnBrk="0" fontAlgn="base" hangingPunct="0">
        <a:spcBef>
          <a:spcPct val="20000"/>
        </a:spcBef>
        <a:spcAft>
          <a:spcPct val="0"/>
        </a:spcAft>
        <a:buChar char="»"/>
        <a:defRPr sz="4875">
          <a:solidFill>
            <a:schemeClr val="tx1"/>
          </a:solidFill>
          <a:latin typeface="+mn-lt"/>
        </a:defRPr>
      </a:lvl8pPr>
      <a:lvl9pPr marL="6562725" indent="-576263" algn="l" defTabSz="2306241" rtl="0" eaLnBrk="0" fontAlgn="base" hangingPunct="0">
        <a:spcBef>
          <a:spcPct val="20000"/>
        </a:spcBef>
        <a:spcAft>
          <a:spcPct val="0"/>
        </a:spcAft>
        <a:buChar char="»"/>
        <a:defRPr sz="487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2">
            <a:lumMod val="5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2819400" y="2787606"/>
            <a:ext cx="26450925" cy="31359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820815">
              <a:spcBef>
                <a:spcPct val="20000"/>
              </a:spcBef>
              <a:defRPr/>
            </a:pPr>
            <a:r>
              <a:rPr lang="en-US" sz="64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Mini Project 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566737" y="4274823"/>
            <a:ext cx="30956250" cy="29731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Student Name 1 (USN) , Student Name 2(USN) </a:t>
            </a:r>
          </a:p>
          <a:p>
            <a:pPr algn="ctr">
              <a:defRPr/>
            </a:pPr>
            <a:r>
              <a:rPr lang="en-US" sz="4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Under the Guidance of</a:t>
            </a:r>
          </a:p>
          <a:p>
            <a:pPr algn="ctr">
              <a:defRPr/>
            </a:pPr>
            <a:r>
              <a:rPr lang="en-US" sz="4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Mrs. Sangeetha M S,  Assistant Professor</a:t>
            </a:r>
          </a:p>
          <a:p>
            <a:pPr algn="ctr">
              <a:defRPr/>
            </a:pPr>
            <a:r>
              <a:rPr lang="en-US" sz="4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Department of CSE(AI&amp;ML)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199276" y="8563719"/>
            <a:ext cx="16425041" cy="107875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80" y="7617788"/>
            <a:ext cx="16367445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 and about the Project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16936684" y="8566556"/>
            <a:ext cx="15903089" cy="1078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43D130FF-027B-433C-BF4F-A381B032C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1429" y="8382000"/>
            <a:ext cx="14382924" cy="881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endParaRPr lang="en-US" sz="2400" b="1" dirty="0">
              <a:effectLst/>
              <a:latin typeface="Quattrocento Sans" panose="020B0502050000020003" pitchFamily="34" charset="0"/>
              <a:cs typeface="Arial" pitchFamily="34" charset="0"/>
            </a:endParaRPr>
          </a:p>
          <a:p>
            <a:pPr algn="just">
              <a:lnSpc>
                <a:spcPct val="110000"/>
              </a:lnSpc>
            </a:pPr>
            <a:endParaRPr lang="en-US" sz="2400" b="1" dirty="0">
              <a:effectLst/>
              <a:latin typeface="Quattrocento Sans" panose="020B0502050000020003" pitchFamily="34" charset="0"/>
              <a:cs typeface="Arial" pitchFamily="34" charset="0"/>
            </a:endParaRP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57231" y="7617788"/>
            <a:ext cx="15879277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 and Discussion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152400" y="20299835"/>
            <a:ext cx="16267807" cy="11094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41" y="19351275"/>
            <a:ext cx="16446063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 R Diagram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5D5CB20-8752-4D75-A601-0EEB3443D27F}"/>
              </a:ext>
            </a:extLst>
          </p:cNvPr>
          <p:cNvSpPr/>
          <p:nvPr/>
        </p:nvSpPr>
        <p:spPr>
          <a:xfrm>
            <a:off x="16572608" y="34024707"/>
            <a:ext cx="16345792" cy="9485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5EDC1F28-88BB-4DAD-9112-B4904B4A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455" y="33110307"/>
            <a:ext cx="16345792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References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F69E30-A85D-41F1-B703-3D5E8FB8EC5E}"/>
              </a:ext>
            </a:extLst>
          </p:cNvPr>
          <p:cNvSpPr/>
          <p:nvPr/>
        </p:nvSpPr>
        <p:spPr>
          <a:xfrm>
            <a:off x="16572608" y="20265676"/>
            <a:ext cx="16248524" cy="12652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BEB2243C-7086-4053-9BF8-307461791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15" y="19385434"/>
            <a:ext cx="15986970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 and Future Scope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303" y="242920"/>
            <a:ext cx="14350252" cy="2482806"/>
          </a:xfrm>
          <a:prstGeom prst="rect">
            <a:avLst/>
          </a:prstGeom>
        </p:spPr>
      </p:pic>
      <p:sp>
        <p:nvSpPr>
          <p:cNvPr id="29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1" y="31588038"/>
            <a:ext cx="16446063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Schema Diagram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118241" y="32491928"/>
            <a:ext cx="16267807" cy="11094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onderingpeacock|08-2022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55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Quattrocento</vt:lpstr>
      <vt:lpstr>Times New Roman</vt:lpstr>
      <vt:lpstr>Quattrocento Sans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sangeetha ms</cp:lastModifiedBy>
  <cp:revision>115</cp:revision>
  <cp:lastPrinted>2000-08-03T00:31:24Z</cp:lastPrinted>
  <dcterms:modified xsi:type="dcterms:W3CDTF">2026-05-19T09:28:13Z</dcterms:modified>
  <cp:category>research posters template</cp:category>
</cp:coreProperties>
</file>